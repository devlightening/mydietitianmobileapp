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a0d64887ca4925" /><Relationship Type="http://schemas.openxmlformats.org/officeDocument/2006/relationships/extended-properties" Target="/docProps/app.xml" Id="R6ab60b511b024bb1" /><Relationship Type="http://schemas.openxmlformats.org/officeDocument/2006/relationships/officeDocument" Target="/ppt/presentation.xml" Id="R3bb79fac4a804a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22a035e8314af2"/>
  </p:sldMasterIdLst>
  <p:notesMasterIdLst>
    <p:notesMasterId xmlns:r="http://schemas.openxmlformats.org/officeDocument/2006/relationships" r:id="R53bdd403a4724b63"/>
  </p:notesMasterIdLst>
  <p:sldIdLst>
    <p:sldId xmlns:r="http://schemas.openxmlformats.org/officeDocument/2006/relationships" id="256" r:id="R917d394775d84462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5534adf834e06" /><Relationship Type="http://schemas.openxmlformats.org/officeDocument/2006/relationships/slideMaster" Target="/ppt/slideMasters/slideMaster1.xml" Id="R8422a035e8314af2" /><Relationship Type="http://schemas.openxmlformats.org/officeDocument/2006/relationships/notesMaster" Target="/ppt/notesMasters/notesMaster1.xml" Id="R53bdd403a4724b63" /><Relationship Type="http://schemas.openxmlformats.org/officeDocument/2006/relationships/presProps" Target="/ppt/presProps.xml" Id="R92ee8532d5ba49a5" /><Relationship Type="http://schemas.openxmlformats.org/officeDocument/2006/relationships/viewProps" Target="/ppt/viewProps.xml" Id="Rd9a2285420244603" /><Relationship Type="http://schemas.openxmlformats.org/officeDocument/2006/relationships/tableStyles" Target="/ppt/tableStyles.xml" Id="R22ee95444be04b29" /><Relationship Type="http://schemas.openxmlformats.org/officeDocument/2006/relationships/slide" Target="/ppt/slides/slide1.xml" Id="R917d394775d844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cd34070fea4a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3fbfea7c244ab" /><Relationship Type="http://schemas.openxmlformats.org/officeDocument/2006/relationships/notesMaster" Target="/ppt/notesMasters/notesMaster1.xml" Id="R6015d9f50ea8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bd4a12d3749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044237e8340c6" /><Relationship Type="http://schemas.openxmlformats.org/officeDocument/2006/relationships/slideLayout" Target="/ppt/slideLayouts/slideLayout1.xml" Id="Refe30c8b0a83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e30c8b0a83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eac4248ce44f5" /><Relationship Type="http://schemas.openxmlformats.org/officeDocument/2006/relationships/notesSlide" Target="/ppt/notesSlides/notesSlide1.xml" Id="Rdb012c3f1c9647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9D0A2-65B3-4355-8FA5-AD00C6AA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6C1D2-6AF1-400C-BC8D-F102E856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3F493-7E1F-47F4-8E8B-52FBD32E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KARAR DESTEK SERVİSLERİNDE PERFORMANS VE YANIT SÜRESİ ANALİZİ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B886B-4BC4-449B-A8D7-529C65E8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6341F-6F25-43DF-9D6C-41A5ED6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3EB68-DB2E-4EE2-9C2A-08291FB4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C4CDF-0A89-460E-968F-89100759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4AA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4AA2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1AB33-0E76-4052-B9CE-2F71702F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600CD-B600-475E-9329-95BDC25D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E9056-C284-47EB-AE1F-6783F672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Doğru öneri üreten bir sistem, mobil kullanımda gecikme yüksekse pratik değerini kaybeder. Özellikle çok aşamalı normalizasyon ve veri filtreleri ayrı ayrı ölçülmelidir.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0DA18-8BDC-4570-AB69-073AFBB7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089CF-D943-4DC7-866B-1D1EC33A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servisleri kontrollü test ortamında etkileşimli kullanım için yeterli yanıt süresi sunuyor mu?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7AA51-B245-4592-A494-56BC00BE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E66B0-79C7-4D44-AE23-3A1E7FB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38518-BB2C-4928-AC40-D56AA54C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Operasyon ve HTTP katmanı gecikmelerini ayrı ölçmek.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Ortalama, medyan ve P95 değerlerini raporlamak.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Hata sayısı ve darboğazları görünür kılmak.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E72EB-BB13-4A21-AF23-15DA427F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DA25B-037A-427E-8259-6C15DE04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1D346-F127-4A74-BDC4-96E63AF6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00822-A504-4CE3-9AE9-F6416FE5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 işlem tekrarı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69A9E-DD51-44EF-B87B-9F8A3EDD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3C868-4F24-40A5-81AB-D0981EEE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7FB85-7E2A-4555-AA2A-702F8F03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30 HTTP isteği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E5EF8-F947-48C4-8B26-7756995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E49A3-B5BE-4862-99DA-F98D2FD3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0A3DD-F9E5-4806-ABD9-8F6C462C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Ortalama / medyan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DD5F4-B57E-482E-BD11-C1C1E23A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CB14B-0EC0-4A00-948A-379C33E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DC78C8-BD0A-4311-973A-68E76F89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P95 analizi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C44A5-F61F-4D8F-94FF-B3FA7B4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09B1F-1BD5-4FA3-8EBE-17BE357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31E38-E3D3-49FE-8306-DCFCE39B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Hata kontrolü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3D7734-15AE-49C1-8A1B-844B7BA3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1F5625-E218-477C-962C-728FAA92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5A3769-B50E-4BB1-87DE-AFDAB18A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Benchmark controller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2F89E3-15FE-4E5A-AA4F-F0703DB8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6B7184-7100-4515-B154-A5975070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B0A948-01E9-4873-A2FD-BA9DE83D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Test server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3C4774-1FFA-401E-935F-A91D189A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25B6DD-2ADC-4DDF-898B-21D9D95F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2EA5D9-6A77-4454-B4DC-0475748E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Servis politikaları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CD5249-BCA6-4063-A8BE-30F0AAC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8CDF8D-F0DB-40EB-B83D-D7AFE2D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B132D5-F1D1-41E4-80FF-F38E6C7F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Artifact raporları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17250-2974-4779-A576-D0B081AC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5FB7BB-532B-4F12-92E1-711C60D8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F98B53-40FD-485F-AA2A-022D9526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7D4FAD-80EE-43F8-8C24-4D74F08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3398A4-8175-4011-8C82-7A41A194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034213"/>
            <a:ext cx="412750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AA2"/>
          </a:solidFill>
          <a:ln xmlns:a="http://schemas.openxmlformats.org/drawingml/2006/main" w="0">
            <a:solidFill>
              <a:srgbClr val="5B4AA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5811FF-AC97-41FB-9D94-306B5699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843713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2,58 ms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CA8154-6418-40F9-A59B-4F690689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Tarif P95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07DC25-919D-45F5-A4DE-1F45F005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948488"/>
            <a:ext cx="412750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AA2"/>
          </a:solidFill>
          <a:ln xmlns:a="http://schemas.openxmlformats.org/drawingml/2006/main" w="0">
            <a:solidFill>
              <a:srgbClr val="5B4AA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497F78-2812-4F16-AF1E-6D1440FC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757988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6,02 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35CDAE-2C1D-4744-B2C6-A6D60777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Öneri P95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F07E79-251D-4FB7-BFF0-08305A8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6548438"/>
            <a:ext cx="41275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F7CD33-4D4F-48B8-BB85-568D4822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357938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97,67 ms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21B385-D45D-4B1D-AC71-01045EC2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Norm. P95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0B66D7-618A-4027-B88E-C0821BE8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HTTP tarif eşleştirme ortalaması 1,808 ms; P95 2,5794 ms.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HTTP öneri ortalaması 3,6471 ms; P95 6,0163 ms.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Normalizasyon HTTP P95 değeri 97,673 ms ve hata sayısı 0.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E6BAC7-E874-4C8B-BA87-0B232962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3894B1-C026-4976-AFFF-3059E60A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BBA7DA-B853-4451-A976-66F0E0E2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819791-049D-4AFA-BE37-4BE9EE27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Benchmark controller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719EE3-A901-4900-8FD8-615AFBF4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18AAD1-CFCF-4AF4-AE30-2816A904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54D2D1-4AB6-4939-B73E-9063F043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Test server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71C996-FFFB-48B3-B859-42D1B6F2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C2F8EB-C235-4B4F-AEC0-80371EE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8862DB-6217-473B-A9F7-5A5EEAD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Servis politikaları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75AEAE-BFEF-4DFE-A888-5DC1D743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503829-1CC4-4E3B-8B40-559824A3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6ABB20-8274-4BEA-939F-2193AE67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Artifact raporları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3D8BDA5-2F46-4BE5-AE36-ECA3C947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5B4AA2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B4DB34-0359-4EAA-A281-AD5336E7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B8D6AE-58C7-4CA7-8DD0-14523C8B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D44030E-6908-4202-8595-0449A72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F683D3-B51E-4169-9555-E0DC6D71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60A4B7-CD59-43FF-A060-2113D654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B2E6D6-3B37-4A18-99B5-083FDBB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C7C52CA-357F-4464-B572-0195D49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B8DD05-A0FA-48D4-B356-F5EA13D4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A358AAB-ACDD-4B4C-A986-32C1048D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7760421-668E-4712-9D4C-A0FB800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446A93D-578E-4CB6-95EE-F113B792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4739208-4ED2-4A7F-9F61-0E8C0C65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1BB968F-2EB7-435A-BAD2-16B7C7CB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761220-1AEB-42FE-B166-E2CF84D5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Deterministik tarif ve öneri servisleri düşük gecikme göstermiştir.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Normalizasyon daha maliyetli olsa da kontrollü testte 100 ms P95 altında kalmıştır.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Dış ağ ve gerçek cihaz gecikmesi bu ölçümlere dahil değildir.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59C855-FD2D-40F3-BF17-0092C5C9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8B584CF-87B2-4969-9ACE-BF4FE237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ADD00A-8347-417D-9D54-94CEA2C8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98391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2026-06-12T12:03:21.6640000Z</dcterms:created>
  <dcterms:modified xsi:type="dcterms:W3CDTF">2026-06-12T12:03:21.6640000Z</dcterms:modified>
</coreProperties>
</file>