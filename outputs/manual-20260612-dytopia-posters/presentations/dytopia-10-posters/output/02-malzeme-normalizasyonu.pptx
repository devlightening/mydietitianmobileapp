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89fb9cb784b8f" /><Relationship Type="http://schemas.openxmlformats.org/officeDocument/2006/relationships/extended-properties" Target="/docProps/app.xml" Id="R7e8a89e40e084dcf" /><Relationship Type="http://schemas.openxmlformats.org/officeDocument/2006/relationships/officeDocument" Target="/ppt/presentation.xml" Id="Rd96989941703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c6f3fe40734f9c"/>
  </p:sldMasterIdLst>
  <p:notesMasterIdLst>
    <p:notesMasterId xmlns:r="http://schemas.openxmlformats.org/officeDocument/2006/relationships" r:id="Rf0bba5be2dd14210"/>
  </p:notesMasterIdLst>
  <p:sldIdLst>
    <p:sldId xmlns:r="http://schemas.openxmlformats.org/officeDocument/2006/relationships" id="256" r:id="Rf104429fe80b4dc8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8daaeaa384315" /><Relationship Type="http://schemas.openxmlformats.org/officeDocument/2006/relationships/slideMaster" Target="/ppt/slideMasters/slideMaster1.xml" Id="Rf8c6f3fe40734f9c" /><Relationship Type="http://schemas.openxmlformats.org/officeDocument/2006/relationships/notesMaster" Target="/ppt/notesMasters/notesMaster1.xml" Id="Rf0bba5be2dd14210" /><Relationship Type="http://schemas.openxmlformats.org/officeDocument/2006/relationships/presProps" Target="/ppt/presProps.xml" Id="Rfaf4bebf36e34811" /><Relationship Type="http://schemas.openxmlformats.org/officeDocument/2006/relationships/viewProps" Target="/ppt/viewProps.xml" Id="R401461adec4242c4" /><Relationship Type="http://schemas.openxmlformats.org/officeDocument/2006/relationships/tableStyles" Target="/ppt/tableStyles.xml" Id="Rec52d65cf7634521" /><Relationship Type="http://schemas.openxmlformats.org/officeDocument/2006/relationships/slide" Target="/ppt/slides/slide1.xml" Id="Rf104429fe80b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e9f83f3c9e44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bd904d4f240b9" /><Relationship Type="http://schemas.openxmlformats.org/officeDocument/2006/relationships/notesMaster" Target="/ppt/notesMasters/notesMaster1.xml" Id="R6cc77b08057b47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52f25116d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a4a3cc9384c6b" /><Relationship Type="http://schemas.openxmlformats.org/officeDocument/2006/relationships/slideLayout" Target="/ppt/slideLayouts/slideLayout1.xml" Id="R00536a79409a40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36a79409a40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0b36afb974ea2" /><Relationship Type="http://schemas.openxmlformats.org/officeDocument/2006/relationships/notesSlide" Target="/ppt/notesSlides/notesSlide1.xml" Id="Rbe7d12a11a1c45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E962F5-B137-419B-9164-6D8C1EB2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0227A-80BE-49F3-B39A-CF612ADF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A1EFE-23EC-49CE-A2FE-C97CEA0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SERBEST METİN MALZEME GİRDİLERİNİN ÇOK AŞAMALI NORMALİZASYONU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2A3D7-87BE-459F-9348-3F2D29B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3EB2F-3736-4AC1-83A6-EAF19B9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8AA29-75CB-4FB6-999D-74E67CE9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6BF3C-A68C-44E7-A5B2-BA5216C6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74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45A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522F-A334-4E25-8F5A-A257532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B2AD6-A8B3-4A9B-AB8C-E5CBC14F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58ABB-92A1-4905-9016-BF19F83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“Yoğurt”, “yogurt”, “inek sütü” veya yazım hatalı girdiler aynı anlamı taşıyabilir. Yalnızca tam metin eşleştirme kullanıldığında kapsama düşer; agresif fuzzy eşleştirme kullanıldığında yanlış ürün eşleşmesi oluşabilir.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06B9E-B484-4491-AE9C-3C76797A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E594F-D899-4F89-85DE-6F05836D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Canonical, alias, fuzzy ve unresolved katmanları doğruluk ile güvenli reddetme arasında nasıl denge kurar?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90D29-26E0-4627-BD13-4A62B1E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96BCD-C719-4582-B9E3-7F802CE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B3C46-F3F1-40A9-A2BD-731F2602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Türkçe karakter ve yazım varyasyonlarını çözmek.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Belirsiz girdiyi yanlış eşleştirmek yerine unresolved bırakmak.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Her çözümün katmanını ve güven skorunu kaydetmek.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4CF59-3A48-43B0-BFD4-8A28ACD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02F5C-B551-47D9-B006-0708B7AF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742D7-D65B-4709-BEB3-9A42179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CC4A4-76A3-4063-810B-ACD51B1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Ön işleme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AE080-0763-4DC7-889F-ED04325F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64957-F546-468F-9FA5-8B5694F1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3FB44-CF14-41EB-AB81-BAA60FD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Canonical eşleşme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4602E-F5D4-4325-9759-75BAEE7D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29AFE-A55D-4578-8FC4-F5C2352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66593-5DDC-4C3F-9D9E-1A5804CE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Alias eşleşme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91D1D-7A6B-4B8A-A13D-F77BE82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C4840-4F99-4A54-A93B-3963711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ACBF01-A202-4D97-BD60-A0BDC189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Fuzzy doğrulama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7945E-91ED-4918-9C76-BD0A6C6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EFE436-D34E-4A28-AD78-E2B0ECF3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243D6-6C56-4AE6-9265-B1CCEF8A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Unresolved / LLM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FB6359-9B0D-4024-9D63-84E9198F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CB5914-8235-4EBC-ADBB-569EB542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6B6BB2-F102-4ED7-BAEB-D7FAC40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Mobil malzeme girişi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A8395A-EE5A-4FC9-9FE5-1D6A9340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5C0EC-3063-41E6-A02B-063B60D3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7AE3F-0744-4AE7-B76A-60C2662D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Resolver servisi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0FA724-794A-4531-A952-3FD45536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CDB5C8-93F8-4E6D-AB6A-EBA8CD9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D98311-C75E-46D5-AEF0-E22B8B3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Ingredient tabloları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42EBFE-A4B3-4611-A097-81744F6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5E834B-2384-4CDE-BABE-98C4946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09761F-C0F4-49FD-9372-D38ADA7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Benchmark endpoint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D4E4C0-6D4B-480B-9643-8F47717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97BDE0-92C7-4883-87C8-837A88E7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39CC6C-CB74-4A9C-B50F-BFA8433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5EEAB6-C90E-416E-848B-4E6A63C7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50E95A-1239-4778-93C7-040FD210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810470"/>
            <a:ext cx="412750" cy="352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A"/>
          </a:solidFill>
          <a:ln xmlns:a="http://schemas.openxmlformats.org/drawingml/2006/main" w="0">
            <a:solidFill>
              <a:srgbClr val="27745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F622F4-7524-4D04-9449-A6871D3C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619970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49,32%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B1F0E7-FA88-4720-A38A-AE267C53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Canonical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F5A395-447A-44DE-B5D4-52ABBB53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585442"/>
            <a:ext cx="412750" cy="577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A"/>
          </a:solidFill>
          <a:ln xmlns:a="http://schemas.openxmlformats.org/drawingml/2006/main" w="0">
            <a:solidFill>
              <a:srgbClr val="27745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AB5988-F3D2-47FF-BFFA-B59B91D7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394942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80,82%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EF1009-583D-4EB5-96E1-280A856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+ Alias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BE783B-E912-43BA-B200-07D642BB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458212"/>
            <a:ext cx="412750" cy="704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5AE757-F18B-46C5-AB74-C0FEBFAF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267712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98,63%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584198-738E-4DB3-8133-CC423449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+ Fuzzy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0C6D3E-AF1E-4765-805F-26108AF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Toplam 73 senaryoda 72 doğru sonuç elde edildi.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Yanlış eşleşme oranı %0,00; unresolved oranı %15,07 olarak ölçüldü.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Katman dağılımı: 26 canonical, 23 alias, 13 fuzzy, 11 unresolved.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4F00D7-635E-424C-975E-924A6D7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6EA8CD-55F2-4C1B-86AE-C3344DF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2A1F64-6805-4BCC-97ED-D075CD4C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FFE4E5-96C2-4326-9146-17BC4290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Mobil malzeme girişi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A7ABF2-B144-440D-9061-0A4C778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B824C0-C9CC-48BF-9C93-EF36231D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26923E-918C-4D4D-A2CF-4606C0FF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Resolver servisi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B764EC-BB68-41F6-97AA-96C29A0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C67EF1-EAC8-4FE3-9F20-572DB38F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7BBD17-B196-4AED-8D08-3D62BC1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Ingredient tabloları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468CB9-FCD9-4ABD-871C-87B72B8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4D93DE-C35D-4576-AF94-B8D9678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6F1417-53F0-4C1B-BD75-5097FF3F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Benchmark endpoint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14291E-9DE1-4340-AFB1-489A12C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7745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F1129E-4900-48F1-9BFB-DF06C272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0F938D-70CB-414B-B72A-0CF51379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3DC60E-3B7F-4D4A-8BE9-BEABA81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C9F9466-2F52-4853-8779-001DE091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B0AEBD-2533-4CD8-97DB-46DC9CF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3EE7256-5CBC-404F-8C16-5F35E55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F25815-5FDB-4139-8192-5D6B97C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D69EBC-7F10-40B0-AF0D-C4CC741C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176840-09EB-468E-BF06-F81BB91A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D47C67-44C5-4F34-8B2A-9913BD8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055FA0-9049-4D4C-BB3E-34B5CE54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26B2A8D-2230-4385-92AA-386AE6D3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1A78361-30F1-4B0A-B059-0D733CBA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F82500-C870-4280-8804-7AE5FF0A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Alias ve fuzzy katmanları canonical-only doğruluğunu %49,32’den %98,63’e yükseltti.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Unresolved sonucu güvenlik mekanizması olarak korunmuştur.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LLM katmanı opsiyoneldir; deterministik katmanların yerine geçmez.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9238DF-2399-4647-8091-246374EA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0826706-E909-414B-B5E5-810A9719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2C26DF-B27F-4037-8393-D44FE13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1128145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2026-06-12T12:03:18.0720000Z</dcterms:created>
  <dcterms:modified xsi:type="dcterms:W3CDTF">2026-06-12T12:03:18.0720000Z</dcterms:modified>
</coreProperties>
</file>