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b8b15107ba4e18" /><Relationship Type="http://schemas.openxmlformats.org/officeDocument/2006/relationships/extended-properties" Target="/docProps/app.xml" Id="Rd5d26e76c3484422" /><Relationship Type="http://schemas.openxmlformats.org/officeDocument/2006/relationships/officeDocument" Target="/ppt/presentation.xml" Id="R9e59c9a3cde0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bb1b03ec3e4e40"/>
  </p:sldMasterIdLst>
  <p:notesMasterIdLst>
    <p:notesMasterId xmlns:r="http://schemas.openxmlformats.org/officeDocument/2006/relationships" r:id="Rbeb2f6de1f4c48c4"/>
  </p:notesMasterIdLst>
  <p:sldIdLst>
    <p:sldId xmlns:r="http://schemas.openxmlformats.org/officeDocument/2006/relationships" id="256" r:id="R193a95dee953460e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73ae2bea3a46bc" /><Relationship Type="http://schemas.openxmlformats.org/officeDocument/2006/relationships/slideMaster" Target="/ppt/slideMasters/slideMaster1.xml" Id="R5cbb1b03ec3e4e40" /><Relationship Type="http://schemas.openxmlformats.org/officeDocument/2006/relationships/notesMaster" Target="/ppt/notesMasters/notesMaster1.xml" Id="Rbeb2f6de1f4c48c4" /><Relationship Type="http://schemas.openxmlformats.org/officeDocument/2006/relationships/presProps" Target="/ppt/presProps.xml" Id="Rca13cc18307448ed" /><Relationship Type="http://schemas.openxmlformats.org/officeDocument/2006/relationships/viewProps" Target="/ppt/viewProps.xml" Id="Rcfa86a716f274c36" /><Relationship Type="http://schemas.openxmlformats.org/officeDocument/2006/relationships/tableStyles" Target="/ppt/tableStyles.xml" Id="R5fe033556e1f47e8" /><Relationship Type="http://schemas.openxmlformats.org/officeDocument/2006/relationships/slide" Target="/ppt/slides/slide1.xml" Id="R193a95dee953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bcccdfe79543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d3d952e2f5490e" /><Relationship Type="http://schemas.openxmlformats.org/officeDocument/2006/relationships/notesMaster" Target="/ppt/notesMasters/notesMaster1.xml" Id="R3dc8ed9f05da40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da3021fc340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77ff2f6c9f4478" /><Relationship Type="http://schemas.openxmlformats.org/officeDocument/2006/relationships/slideLayout" Target="/ppt/slideLayouts/slideLayout1.xml" Id="R93eda2de6bbf4b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eda2de6bbf4b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35f2a4e274e74" /><Relationship Type="http://schemas.openxmlformats.org/officeDocument/2006/relationships/notesSlide" Target="/ppt/notesSlides/notesSlide1.xml" Id="R525dc7ca380f4a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31A487-0098-43BC-891B-751D7362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B66EE-DA02-4E78-AF18-A03834FE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019E3-58B4-4910-BF5B-622187E3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SENARYO TABANLI DOĞRULAMA, ABLATION VE GEÇERLİK SINIRLARI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E67F1-2ECB-4446-B432-2C83D187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79B3C-D9B9-4609-B2CB-FF92346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74B3A-6BB9-4603-8CB9-FD7985EC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F3481-74D8-4B44-B902-AADD33F5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4E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4E86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ACDBB-48B6-4F78-A6BD-5A538ABB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05624-90DC-47AC-ADEF-DC04EF27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C7A2A-4F3E-41F7-B294-40098C8E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Öneri sistemlerinde yalnızca çalışan demo sunmak doğruluk, güvenlik ve genellenebilirlik hakkında yeterli kanıt sağlamaz. Sonuçların hangi koşullarda üretildiği açık olmalıdır.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991AC-B7A3-4AAB-BF40-1C668D7D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4DA46-1005-40F9-8C0C-F8CB7210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Senaryo tabanlı benchmark ve ablation analizi sistemin teknik katkısını ve sınırlarını nasıl gösterir?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B8956-3745-4CF0-8F8D-98407082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EE33F-A02E-43B4-ADEE-37892E2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20708-F35E-41B3-970D-0CDAE6B1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Her ana bileşen için ölçülebilir test senaryosu tanımlamak.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Katmanların katkısını ablation ile karşılaştırmak.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Klinik etkinlik ile teknik doğrulamayı birbirinden ayırmak.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42C9F-A761-47E1-B3D4-D25E91CE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5BE83-D757-45E4-B12B-883FC295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0F21C-D9DE-4C06-9692-E6172721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44DA5-5820-429E-85E0-717FEA99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Veri seti tanımı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72DD2-D9FB-4259-AAE0-46979917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DED2A-E0AC-44C5-9A9B-62CD57E0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72D23-BA1C-4737-B541-20DD307E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Beklenen sonuç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8CDDD-1E01-4236-9469-0DC43C66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9A5E7-485D-4D74-A656-9D92350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29BA9-3676-4208-9B07-7AE564D4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Otomatik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45EBC-EAE9-40B9-8925-8CE1368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2EAF24-4182-457D-8BE8-C9F8510E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132023-6797-4401-91B5-649A2D87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Artifact üretimi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B91F3-91E7-490B-BF65-7EBEA28A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36D160-B1CE-44BF-BFF3-8750585B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763D87-92CE-4AEC-A4E0-814D2724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Sınır analizi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A84BC-A94C-4E8F-A0BE-A82EEB23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9B351E-984B-43AB-9648-BC05CD1B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A086A9-A473-420D-8088-04280FE7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73 normalizasyon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8B46E9-7135-4BFC-BCC9-E52888AE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93F85A-69C7-4BAA-B38F-66978990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2FF820-AA53-426D-821A-1C2509E0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36 tarif kararı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56160D-19E7-4214-85C3-812C3EA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959B29-60FD-4E13-9CF8-26B3985A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DDB09E-E634-4864-A0A4-78384F1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 güvenlik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9EFE5A-9A8A-45B9-88B9-9D4A8176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50A841-B055-4DA6-A526-DF96927C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89E78A-8AFD-46CD-846A-08458C2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210 API testi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C3A5F0-6D16-4EB3-B641-8D81620B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5DE01A-E69E-4CF7-A130-A2B08982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48D9F9-BC8C-4396-825B-E0A5024E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9E59B1-9672-4420-9609-F105B12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DC0A0D-93DF-4E68-A989-8FB5138B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58212"/>
            <a:ext cx="412750" cy="704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E86"/>
          </a:solidFill>
          <a:ln xmlns:a="http://schemas.openxmlformats.org/drawingml/2006/main" w="0">
            <a:solidFill>
              <a:srgbClr val="264E8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20FE02-310A-44B5-968E-383F9B21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67712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72/73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E0520B-5AC6-4E94-BC19-34D21285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Norm. doğru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830E6F-D4B2-4CC3-BF0C-E801AD1D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E86"/>
          </a:solidFill>
          <a:ln xmlns:a="http://schemas.openxmlformats.org/drawingml/2006/main" w="0">
            <a:solidFill>
              <a:srgbClr val="264E8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C3F17D-DCDE-4D61-BB65-453537FD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36/36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1B832E-529A-4232-BA46-B8E1A6ED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Tarif doğru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F18F8E-D3FE-44F3-B615-89091D23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6472214"/>
            <a:ext cx="412750" cy="6905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03CBCD-72C5-490F-AB7D-948B9385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281714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203/210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010D8E-77E0-42A4-929E-1F1B3BF0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API geçti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34C8B3-54B5-425E-9140-7AAE7D95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Canonical-only %49,32 iken alias + fuzzy ile doğruluk %98,63’e çıktı.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Final API testinde 210 toplam testten 203’ü geçti, 7’si atlandı, başarısız test yoktu.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OpenAI fallback anahtar yapılandırılmadığı için çalıştırılmadı ve açıkça raporlandı.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CDF644-D00E-40AE-BF44-C52FEACD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63E7EC-4701-47DD-9E86-5B18E7B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126ACB-C9C8-45C2-ADA0-321CD6F9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59022D-51BA-4251-A6BE-A755456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73 normalizasyon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DB50C3-8C8B-41B8-95D0-A858ADE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A7B18-D517-47B1-8E73-7E6705C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E085AB-DDE2-4C5C-85F3-FB36EA6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36 tarif kararı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2D85D1-D8B6-44A7-A646-6B4AFBA2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937A69-DEDE-4D1D-9813-57B3178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79BDFA-B86F-4A6D-A526-5B21E78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 güvenlik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F747E0-6A36-457B-9B98-8481CEC4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B7E214-6BAC-481C-94C4-88D19480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A43F17-BC05-4C00-8321-115AA82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210 API testi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7FA119-6C5A-40A5-A22E-918FF4A8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264E86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6F994A-69C4-44BA-A1D5-B53BE71F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8E5FF1-F98C-4912-9BF8-D1E6A8DE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7F4175-3485-4ECD-9424-73020FAC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76CE7C-73FC-4829-B94A-633EBF12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B6424D-69D0-4646-B62E-76AF7E6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D86E4AB-7CD9-4A0B-B514-A195330F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3F40BC-0346-4514-954B-B98A64D0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130E14E-7026-436D-8151-348A91A6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333456-3DDD-49BF-87B0-9952F05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6BF491-904D-4882-994A-4B81EEE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63763F-82F7-4B00-96BB-CE477129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B2C571-00A8-41FF-A46B-EC669348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E19DD6-781D-411C-A5D9-2AD301A2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8C42DE-4BA9-4F7E-AE9C-EB619389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Ablation, performans artışının hangi katmanlardan geldiğini gösterir.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Atlanan veya çalıştırılmayan bileşenler başarı olarak sunulmamıştır.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Sonuçlar yazılım prototipinin teknik uygulanabilirliğini destekler; klinik etkinlik iddiası taşımaz.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6FD458-F7A0-4C57-BD9A-95E0FC4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3F66C1-C485-4700-ADD1-2349C1A2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23FEBAF-2B5C-4834-BBCB-FC628911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1331079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2026-06-12T12:03:22.0860000Z</dcterms:created>
  <dcterms:modified xsi:type="dcterms:W3CDTF">2026-06-12T12:03:22.0860000Z</dcterms:modified>
</coreProperties>
</file>