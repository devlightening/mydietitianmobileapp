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75249a8e14367" /><Relationship Type="http://schemas.openxmlformats.org/officeDocument/2006/relationships/extended-properties" Target="/docProps/app.xml" Id="R2695ec73eed34f73" /><Relationship Type="http://schemas.openxmlformats.org/officeDocument/2006/relationships/officeDocument" Target="/ppt/presentation.xml" Id="R7843df1fd6f4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1b5c3b1ab442c"/>
  </p:sldMasterIdLst>
  <p:notesMasterIdLst>
    <p:notesMasterId xmlns:r="http://schemas.openxmlformats.org/officeDocument/2006/relationships" r:id="R53e5c0b3e4c04d83"/>
  </p:notesMasterIdLst>
  <p:sldIdLst>
    <p:sldId xmlns:r="http://schemas.openxmlformats.org/officeDocument/2006/relationships" id="256" r:id="R1f96430c0fab4873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815901ea74387" /><Relationship Type="http://schemas.openxmlformats.org/officeDocument/2006/relationships/slideMaster" Target="/ppt/slideMasters/slideMaster1.xml" Id="R54f1b5c3b1ab442c" /><Relationship Type="http://schemas.openxmlformats.org/officeDocument/2006/relationships/notesMaster" Target="/ppt/notesMasters/notesMaster1.xml" Id="R53e5c0b3e4c04d83" /><Relationship Type="http://schemas.openxmlformats.org/officeDocument/2006/relationships/presProps" Target="/ppt/presProps.xml" Id="R5e1c7da237c34374" /><Relationship Type="http://schemas.openxmlformats.org/officeDocument/2006/relationships/viewProps" Target="/ppt/viewProps.xml" Id="R967606cb3500453d" /><Relationship Type="http://schemas.openxmlformats.org/officeDocument/2006/relationships/tableStyles" Target="/ppt/tableStyles.xml" Id="Ra0c89ee25eb4419f" /><Relationship Type="http://schemas.openxmlformats.org/officeDocument/2006/relationships/slide" Target="/ppt/slides/slide1.xml" Id="R1f96430c0fab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dd266ba94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3d471bb49d4677" /><Relationship Type="http://schemas.openxmlformats.org/officeDocument/2006/relationships/notesMaster" Target="/ppt/notesMasters/notesMaster1.xml" Id="Ra01c1166967e47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c7c4aad7b49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9f062c339a4212" /><Relationship Type="http://schemas.openxmlformats.org/officeDocument/2006/relationships/slideLayout" Target="/ppt/slideLayouts/slideLayout1.xml" Id="Rb2916cae463b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916cae463b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cace651c4712" /><Relationship Type="http://schemas.openxmlformats.org/officeDocument/2006/relationships/notesSlide" Target="/ppt/notesSlides/notesSlide1.xml" Id="R5ddd95ac22ad41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FBBED-9A43-44F6-A1E4-C5B7A19B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7FF3A-83AF-4B3D-94A4-DA60FF64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4492F-003C-454F-81D3-C18924C7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ACCESS KEY, PREMIUM GUARD VE TENANT ISOLATION İLE GÜVENLİ B2B2C MİMARİSİ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94D62-B24A-495F-BE35-5F96CA1F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E419-E16C-429C-BE82-2FC4AE6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FDEC-0BDB-45CA-9E94-A03A66BE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AF586-20E8-452B-871D-A889446E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74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745A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93F99-DF06-48F9-B7D6-30D6F3CC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166E6-D905-4F1F-833B-06346DDF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49281-C17B-4132-903E-6952934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Diyetisyen destekli çoklu kiracılı platformlarda bir kliniğin tarif, plan ve danışan verisinin başka kiracıya sızması kritik güvenlik riskidir. Premium içerik bağlantısı da doğrulanabilir olmalıdır.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3B24A-3685-4682-9684-2AE6CFD0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63EC5-9D51-4837-B2E7-EBBB3431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Access Key aktivasyonu ve tenant filtreleri danışan-diyetisyen bağını güvenli biçimde koruyabilir mi?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2BCE2-ED12-4891-976F-EE98FD4E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D8A32-06C5-4095-8DAE-240CF181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8BAAF-8152-4A03-846D-20E6309B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Access Key ile doğrulanmış bağlantı kurmak.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Premium içeriği yalnızca bağlı klinik kapsamında göstermek.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Kiracılar arası veri erişimini servis ve sorgu düzeyinde engellemek.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58DD6-7DB5-4E19-BB2B-ADFA5A6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3556F-AF22-4D77-8E89-3774B95B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22B04-57E7-4DCC-BE65-6524AD55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F1F4A-2DB0-432C-8648-56CE34B5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Access Key üretimi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FB105-138A-4182-B6F5-746CD71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AFB56-B200-4602-B3D1-C78442E2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FCF4A-3D54-43FD-A274-F2A34B98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Danışan aktivasyonu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C3A84-7FC9-45D6-9F0D-B4854FC7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B4B80-7B0E-457E-BD10-E20F1177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A72F0-06B5-4338-87E6-9177544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Klinik bağlama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CB647-8ADA-4FD8-87F2-56B98F4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A7851-B9FE-4CDF-9A72-25DD223B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F4F41-2542-4AE2-90FE-40865922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Premium 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31E60-D256-490A-9EC9-89B96C72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80ABAD-1E56-465F-9457-5202F67D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AEACD8-3C45-4FB0-9EC8-08C0C090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Tenant filtresi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56286A-04DA-46B7-9AE2-7D16FA58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45417-BD0E-43D5-A81B-190CFEF6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FBD65E-D1E0-47F7-B6EB-1D37D03B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Web erişim anahtarı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B1EE08-B296-4ABA-B343-C1F9FBB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9F6565-8E86-47AF-BCD7-0181DFDF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8FA597-F307-4149-94D1-D47BD0B0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JWT / RBAC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5F3D9E-B1FF-4C87-85A5-30CC215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631B86-732B-4398-BA86-D5BCFE13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750F32-F5ED-4490-867D-780E2F24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API politika katmanı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DF135F-FD86-46AF-8995-3D94EC0D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686798-5D02-47E5-8230-E2330E05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291EB9-303E-45AE-84D9-B233A46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tenant alanı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FC83E3-98EE-42B1-9925-4B6A167F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8F41F9-E542-48F7-AEED-6054250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F663EE-6F6E-4C58-B37E-B8CF14A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E7C0FD-0523-4FD7-94EF-E56568AF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65B17F-43BB-451E-B053-E7C9455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A"/>
          </a:solidFill>
          <a:ln xmlns:a="http://schemas.openxmlformats.org/drawingml/2006/main" w="0">
            <a:solidFill>
              <a:srgbClr val="27745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69B2FF-19B5-49FC-AA0F-D2DAC2D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A7C6AD-97E5-49F4-B351-A59C39A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8C511B-567A-4CA9-9282-735C21C8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A"/>
          </a:solidFill>
          <a:ln xmlns:a="http://schemas.openxmlformats.org/drawingml/2006/main" w="0">
            <a:solidFill>
              <a:srgbClr val="27745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EC01B4-4166-42A6-8AD3-6177B04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5C8228-9BC5-4F15-9146-1F66CE4F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Tenant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E2187A-8869-46A4-A730-EFDE640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7096125"/>
            <a:ext cx="41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C92710-FCB6-4FBC-AAE2-3BA2B77C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9056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6687AC-392C-4BD3-85D0-672AE91B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Hatalı erişim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6CC140-4431-445F-B71E-BB69B456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Premium Guard ve Tenant Isolation testlerinin tamamı geçti.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Bağlı klinik tarifleri görünürken diğer klinik tarifleri gizlendi.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Draft ve kapsam dışı tarifler evaluator katmanına ulaşmadı.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DC76F2-E464-497E-B813-34EF18E2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0F1242-9449-48DF-96E8-C0BA53F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B93221-7820-40A2-BAD5-5B619E58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DE3586-2C1D-4D39-BB3B-462A9846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Web erişim anahtarı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F133EA-8739-487E-BB9E-32A3B2BB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CCAA60-3353-4B86-BEB1-509B3A9B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F3A557-B619-442C-965C-8A0C61FF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JWT / RBAC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998EF7-8005-4D5F-BE82-475FCB8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070D52-8D81-4E0D-A4E1-AF37FCEA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EABA9C-63E4-4FD2-8380-D17E05A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API politika katmanı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55B822-6334-49DC-B179-7EF5F08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B09204-4FBF-4B53-BCF8-94A43E35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C2EAE76-FC63-469F-8414-A88299A5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PostgreSQL tenant alanı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9664FA-1A7E-4B46-988C-E08FEE84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27745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D41488-6DCE-48DE-AD3A-143E3E0C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37DB44-F888-4EEE-8A75-6030842A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D3DA18-B1D1-42B8-8E11-D7BF88CE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9304F8-91D8-400C-BDF0-6EDE4EEB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5F0784-19C5-4A76-9574-78185FEE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119FAE-56A4-4F14-9FDB-961E2178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F517A6-1936-4F8C-90A9-967F21D3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D41B8C9-9E9C-48B5-B9DF-F3FE688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2654E87-D2E3-4E06-A60D-95C6BC9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C4FF20-8CC5-42EE-8342-088E7A5D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93D4AE-8D68-4A71-B5A9-70C2DDC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696253-BB26-4449-8645-5C9525F6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63C5E6F-663A-4411-87BC-6A34CA8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BA734C-72B9-4A1C-ACD8-09F07606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Yetkilendirme yalnızca arayüzde değil API ve veri erişiminde uygulanır.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Access Key, B2B2C bağlantısını denetlenebilir hâle getirir.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Sonuçlar kontrollü test senaryolarında veri izolasyonunu doğrular.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D0C7AE-A0C4-42EF-A6CD-F858C873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7B46D42-98BB-470B-BA67-169FA31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C03C0B2-AECB-4E43-84B4-2DA51AB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254012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2026-06-12T12:03:19.6600000Z</dcterms:created>
  <dcterms:modified xsi:type="dcterms:W3CDTF">2026-06-12T12:03:19.6600000Z</dcterms:modified>
</coreProperties>
</file>